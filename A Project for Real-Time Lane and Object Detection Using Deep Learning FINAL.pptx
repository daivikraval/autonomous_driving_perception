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4" r:id="rId1"/>
  </p:sldMasterIdLst>
  <p:notesMasterIdLst>
    <p:notesMasterId r:id="rId21"/>
  </p:notesMasterIdLst>
  <p:sldIdLst>
    <p:sldId id="258" r:id="rId2"/>
    <p:sldId id="289" r:id="rId3"/>
    <p:sldId id="290" r:id="rId4"/>
    <p:sldId id="261" r:id="rId5"/>
    <p:sldId id="291" r:id="rId6"/>
    <p:sldId id="262" r:id="rId7"/>
    <p:sldId id="292" r:id="rId8"/>
    <p:sldId id="285" r:id="rId9"/>
    <p:sldId id="286" r:id="rId10"/>
    <p:sldId id="287" r:id="rId11"/>
    <p:sldId id="266" r:id="rId12"/>
    <p:sldId id="293" r:id="rId13"/>
    <p:sldId id="295" r:id="rId14"/>
    <p:sldId id="296" r:id="rId15"/>
    <p:sldId id="297" r:id="rId16"/>
    <p:sldId id="298" r:id="rId17"/>
    <p:sldId id="299" r:id="rId18"/>
    <p:sldId id="300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0E67C91-4D1F-4FC2-B618-7B9FC574055B}">
          <p14:sldIdLst>
            <p14:sldId id="258"/>
            <p14:sldId id="289"/>
            <p14:sldId id="290"/>
            <p14:sldId id="261"/>
            <p14:sldId id="291"/>
            <p14:sldId id="262"/>
            <p14:sldId id="292"/>
            <p14:sldId id="285"/>
            <p14:sldId id="286"/>
            <p14:sldId id="287"/>
            <p14:sldId id="266"/>
            <p14:sldId id="293"/>
            <p14:sldId id="295"/>
            <p14:sldId id="296"/>
            <p14:sldId id="297"/>
            <p14:sldId id="298"/>
            <p14:sldId id="299"/>
            <p14:sldId id="300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1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485E3-457B-4ED5-BA9B-88436A19FBBE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3B91D-97AB-4CE1-855A-033D22B3A4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0353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5F6E-FFB2-93A6-ECB8-EC776F71E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A8B79D-0A99-E8AA-50A5-1E11911DE3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AD11A-47E9-EFEF-E4A8-F71FEA0CD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46E4A-8B6B-882B-FAE2-1486CE0AC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089B1-D6E5-A8C0-3015-9754A0FF1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9072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87ABB-E296-72C2-DA03-2C462A7C5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FF2DA-E399-EB61-BA7D-A9F41435FD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05767-47FF-1509-A5C4-96EF3D58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36386-1438-5CBF-99F8-FD7C1C9F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4CB455-F1F4-DA55-26DF-B235824D0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801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82ED6-F134-D91E-AABA-93CD1A8E1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AE97E0-9208-92DB-C293-E28162F91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18B7-6871-A8FC-D08C-7749119E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3B59B-CBC1-B5C1-7EBC-6096D445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CA452A-4CEF-29F7-D784-664A646C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4175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2ACD5-2700-105B-5ECA-6425AEAB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B05E7-2A9E-20A3-542F-5018600C28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2887E6-EEB7-B97B-26D3-CFEECE80A4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00BF5-64D1-65C7-3BF6-E17FA3D44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9E3113-660D-F7D8-DD75-226E7B4E1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C9A62-7CD6-A11F-F9A0-30EAB588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4733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23F33-B338-737D-6F1E-DE4CB264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465B5-200D-A26D-9D29-CFD557C42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F01823-6CD5-9D10-5D45-38D0A7AD30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E09DDD-4ED5-9C57-DEB4-2108BE4C4E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59F82E-BCA9-3393-8C94-5DD78F97C1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B023E4-EDC0-7062-A22B-876371292A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D946FD-635F-F552-9EE4-48D8FBE92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0CBAA8-4098-B619-6798-DAC2FF21A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008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DD108-0CF9-50F1-2CDA-CFF98D363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5EF2C2-E5E1-1E17-9AD9-6F4DB4E01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A4D202-32D0-5C0C-28BD-A9670565E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5017B-87BB-AF2A-084E-866763F5D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2248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A8D9C7-8BCC-3C10-F461-234C24380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744329-B525-474F-BAC9-88EAE216A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0DB1A3-4C21-D6B8-E982-E51D17B8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16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C09BF-ADB5-63E4-6632-34581E61B4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281514-77D6-16AA-30B7-E3FBB9A8BC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A18911-E141-18ED-AEA8-A1472D1EB2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89BDB4-846D-E9B8-AAE9-F7689E4C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C3353-CC21-3D05-F45F-2B979E2AD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26E99-149D-85C0-73E4-372DCF173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3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6FD25-DBBC-BFAD-1C2F-6031AEDBA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4742AA-D9BF-6BC5-7D34-51838D65F1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A5F0D-C125-3B6E-C61E-AFD1230EA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69B25-CF61-849A-DA69-EBD5C82EE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E13CF-19C6-BEF5-23AE-70D162BD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087B6B-0CEE-E1FA-F49F-A0116B3D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9853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4ED91-49B3-0D36-254E-98F27B437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6FB1C6-003A-CC90-6950-6E7A18C25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988112-1607-00A6-FCBD-BE5899AF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DCDD02-893C-7D0F-8BBE-3920FB0FF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2162B-D24F-E2A1-C893-2B75BE38F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33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1DB5FF-D0B6-7579-3B4D-BECAC95529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204A67-F625-35AC-2E8C-1E13AABCE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67FE4-09D1-8B94-9569-6A3CDD74A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AE2266-00D7-20FC-2BBD-102967F50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EFFDA-EE0E-AB1A-E2BD-50DCAB5BD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896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34C106-D260-AD3C-AB25-F8BC92A94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970FCB-0711-A497-C53E-C27B211F9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F17F3-FA77-87F8-B217-AC21D1B2B3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78A583-6355-4BAB-95BD-10DFB68639D9}" type="datetimeFigureOut">
              <a:rPr lang="en-IN" smtClean="0"/>
              <a:t>22-09-2025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4E5321-6D55-9CC0-5C10-5FEAF7348E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5F886-2AD7-88CF-3CC9-BD551372F3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6FBCC-F9BA-4A08-9637-FD5DC556FD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00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ECDB1-75C7-1574-C634-D6E8D48EE1A9}"/>
              </a:ext>
            </a:extLst>
          </p:cNvPr>
          <p:cNvSpPr txBox="1"/>
          <p:nvPr/>
        </p:nvSpPr>
        <p:spPr>
          <a:xfrm>
            <a:off x="-1" y="1616082"/>
            <a:ext cx="12192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Gujarat University﻿</a:t>
            </a:r>
          </a:p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Emerging Science and Technology ﻿</a:t>
            </a:r>
          </a:p>
          <a:p>
            <a:pPr algn="ctr"/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31CC105-2AD1-B36C-CDD5-0BC6D5F97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"/>
            <a:ext cx="2024109" cy="213768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D573F9-B12F-6EC3-8FFF-4EB80D8892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5036" y="170345"/>
            <a:ext cx="1816964" cy="180566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432DD2-70A5-F0D1-524C-DB4A4254B2E3}"/>
              </a:ext>
            </a:extLst>
          </p:cNvPr>
          <p:cNvSpPr txBox="1"/>
          <p:nvPr/>
        </p:nvSpPr>
        <p:spPr>
          <a:xfrm>
            <a:off x="6819137" y="4690859"/>
            <a:ext cx="49166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Abhijeet Routh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– 7 (AIML-29)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No.: 202222700023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03386E-CD97-382F-7798-954BA4EE6F34}"/>
              </a:ext>
            </a:extLst>
          </p:cNvPr>
          <p:cNvSpPr txBox="1"/>
          <p:nvPr/>
        </p:nvSpPr>
        <p:spPr>
          <a:xfrm>
            <a:off x="612444" y="4658587"/>
            <a:ext cx="4916667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Daivik Raval</a:t>
            </a: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 – 7 </a:t>
            </a: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(AIML-28)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Enrollment No.: 202222700038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B7ED4-7C11-21E8-2996-E223F515EC59}"/>
              </a:ext>
            </a:extLst>
          </p:cNvPr>
          <p:cNvSpPr txBox="1"/>
          <p:nvPr/>
        </p:nvSpPr>
        <p:spPr>
          <a:xfrm>
            <a:off x="324972" y="2930367"/>
            <a:ext cx="110168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 for Real-Time Lane and Object Detection Using Deep Learning  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0A0904-D951-6805-1CBD-DCFAF5DE1E7A}"/>
              </a:ext>
            </a:extLst>
          </p:cNvPr>
          <p:cNvSpPr txBox="1"/>
          <p:nvPr/>
        </p:nvSpPr>
        <p:spPr>
          <a:xfrm>
            <a:off x="324972" y="6180196"/>
            <a:ext cx="11254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Mentors :- Dr Hardik Soni </a:t>
            </a:r>
          </a:p>
        </p:txBody>
      </p:sp>
    </p:spTree>
    <p:extLst>
      <p:ext uri="{BB962C8B-B14F-4D97-AF65-F5344CB8AC3E}">
        <p14:creationId xmlns:p14="http://schemas.microsoft.com/office/powerpoint/2010/main" val="1659408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67FC7-40C0-105F-C657-0F4AC4D68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6739654-1BC2-C45C-E28F-AD583C10B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229BF63-0C27-F189-C07B-E23DD6DB68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30"/>
            <a:ext cx="10515600" cy="52524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aims to build a smart system that helps vehicles understand their surroundings using dashcam videos.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deep learning to detect road lanes and nearby objects like cars, trucks, and pedestrians.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video frames in real time, identifies lane boundaries, and highlights moving objects to improve driving safety.</a:t>
            </a:r>
          </a:p>
          <a:p>
            <a:pPr algn="just">
              <a:lnSpc>
                <a:spcPct val="150000"/>
              </a:lnSpc>
            </a:pPr>
            <a:endParaRPr lang="en-US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4753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D1286-E5C7-7DAF-0F65-42078B959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4F43D6-C478-0DB9-A18F-5E5AF22F9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54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186873-A8DC-6279-D981-70C948AF9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0130"/>
            <a:ext cx="10515600" cy="525242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lane detection and object recognition, the system can assist drivers or support autonomous vehicles in making better decisions on the road.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create a reliable and efficient perception system that mimics how humans see and react while driving.</a:t>
            </a:r>
          </a:p>
          <a:p>
            <a:pPr algn="just">
              <a:lnSpc>
                <a:spcPct val="150000"/>
              </a:lnSpc>
            </a:pPr>
            <a:endParaRPr lang="en-US" b="0" i="0" dirty="0">
              <a:solidFill>
                <a:srgbClr val="1F1F1F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218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EA0D966-BF58-76FD-257D-5828CAF36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D772B55-DEC4-2703-623D-CCA7D028B5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84748" y="1909846"/>
            <a:ext cx="5181600" cy="4351338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is about helping vehicles "see" the road using AI.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dashcam videos to detect </a:t>
            </a: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lines</a:t>
            </a: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nearby vehicles</a:t>
            </a: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70000"/>
              </a:lnSpc>
            </a:pP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</a:t>
            </a:r>
            <a:r>
              <a:rPr lang="en-US" sz="1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</a:t>
            </a:r>
            <a:r>
              <a:rPr lang="en-US" sz="1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understand what’s happening around the car.</a:t>
            </a:r>
          </a:p>
          <a:p>
            <a:pPr marL="0" indent="0" algn="just">
              <a:lnSpc>
                <a:spcPct val="170000"/>
              </a:lnSpc>
              <a:buNone/>
            </a:pPr>
            <a:endParaRPr lang="en-US" sz="1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70000"/>
              </a:lnSpc>
              <a:buNone/>
            </a:pPr>
            <a:br>
              <a:rPr lang="en-US" sz="7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7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902CF8C-0BA1-82F7-B7DB-AC6B1F38E97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6348" y="1690688"/>
            <a:ext cx="6601326" cy="5010901"/>
          </a:xfrm>
        </p:spPr>
      </p:pic>
    </p:spTree>
    <p:extLst>
      <p:ext uri="{BB962C8B-B14F-4D97-AF65-F5344CB8AC3E}">
        <p14:creationId xmlns:p14="http://schemas.microsoft.com/office/powerpoint/2010/main" val="5421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3B478-D78B-E9BD-316B-1FEE0C0A8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810"/>
            <a:ext cx="10515600" cy="1325563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4CAC2-E5E2-C655-CDEF-357478283F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lane boundaries and objects like cars, trucks, and people in real time.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can make driving safer and is a step toward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self-driving technology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6754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66540-DA9F-4DF7-A5F8-9B6B4C723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9B5B-8DCB-CFFE-6A6B-3B7D417E3C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084" y="1945941"/>
            <a:ext cx="4660232" cy="4351338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 smart system that helps vehicles understand the road using dashcam videos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lane boundaries to keep the vehicle safely in its lane</a:t>
            </a: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BD809A-0C35-57E1-9C72-05FB428A3B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8115" y="1690687"/>
            <a:ext cx="6485021" cy="4802187"/>
          </a:xfrm>
        </p:spPr>
      </p:pic>
    </p:spTree>
    <p:extLst>
      <p:ext uri="{BB962C8B-B14F-4D97-AF65-F5344CB8AC3E}">
        <p14:creationId xmlns:p14="http://schemas.microsoft.com/office/powerpoint/2010/main" val="249057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017F607-1D24-30C6-2422-7F6DC7D52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2ECA9E-B571-3743-B954-424A191493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surrounding vehicles and objects like cars, trucks, and pedestrians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driving safety and support the development of autonomous vehicles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64951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D3EC5-ABC0-F496-9736-DE894C219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0CFE-E4FD-86ED-B5B0-1669A6538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D23A54-C3A9-D846-A66C-D757A1D73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0316" y="1825622"/>
            <a:ext cx="5899485" cy="503237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Dashcam videos might be blurry or low quality, making it harder to detect lanes and vehicles.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Rain, fog, or darkness can make it hard to see lane lines or objects clearly.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BBA218-14D3-D643-2344-B54D0D26CD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467853"/>
            <a:ext cx="6019800" cy="5221705"/>
          </a:xfrm>
        </p:spPr>
      </p:pic>
    </p:spTree>
    <p:extLst>
      <p:ext uri="{BB962C8B-B14F-4D97-AF65-F5344CB8AC3E}">
        <p14:creationId xmlns:p14="http://schemas.microsoft.com/office/powerpoint/2010/main" val="365418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D1ECA-1612-0426-395E-38A904784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D4F59-EE1B-E178-B86A-0D6E0DE5B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492" y="1690688"/>
            <a:ext cx="10515600" cy="435133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 Studies: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used deep learning models to detect lane lines on different types of roads. These models work well even when the lanes are curved or faded.</a:t>
            </a: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Research: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studies use models like YOLO and SSD to find cars, trucks, and people in road videos. These models are fast and accurate, making them useful for real-time driving.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7954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6DB35-107E-36FA-74D4-A8DB6F7CD7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of literature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0C56-36DD-8718-6A88-B80EB3AE4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0"/>
            <a:ext cx="10515600" cy="5436227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Driving Systems: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Past research shows that combining lane and object detection helps vehicles make better decisions. It improves safety and supports self-driving technology.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7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3299A-7E66-95A0-640E-0F33F3FBF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192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for Lane detection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A0EC1-D35F-C194-C30B-5E705C0233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192" y="1325563"/>
            <a:ext cx="10515600" cy="476768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Code: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code builds a lane and object detection system using dashcam video frames and it uses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OpenCV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lane detection and 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YOLOv8n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object detection</a:t>
            </a: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Detection Pipeline: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the frame to grayscale and applies Canny edge detection to find lane edges.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Fits polynomial curves to detected lane points for smoother lane visualization.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016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A96A3-641A-85A7-D8B0-0A4BADB29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IN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for Lane detection </a:t>
            </a:r>
            <a:endParaRPr lang="en-IN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EA406-AD3B-18B9-7119-E1327D9B2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5075237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Lane Smoothing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StableLaneSmoother class uses Exponential Moving Average (EMA) to smooth lane curves across frames.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detection with YOLOv8n 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a pretrained YOLOv8n model (yolov8n.pt) to detect objects like cars.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Distance Estimation 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Estimates how far a car is using the formula.</a:t>
            </a:r>
          </a:p>
          <a:p>
            <a:pPr marL="228600" marR="0" lvl="0" indent="-228600" algn="just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9F08E5-BCF2-ADC1-8158-60A52D38FC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7379" y="5089462"/>
            <a:ext cx="9432757" cy="8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73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D5F75-CC60-E0B1-0BB0-562B493C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for Object detection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FC1AE-B9E6-806A-60B9-29C16E2D6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Import Libraries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YOLOv8n model from deep learning model.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OpenCV to draw boxes and labels on the image.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Load the YOLOv8n Model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the YOLOv8n model (a lightweight version)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Pretrained to detect common objects like cars, people, bikes, etc.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50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AA3531-E214-8C22-1046-C36492496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for Object detection 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0DB38-C0AF-1447-97D4-2EB885CDA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Define the Detection Function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video frame as input.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Runs YOLOv8n to detect objects.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Loop Through Detected Objects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box coordinates.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Gets the confidence score and class label (e.g., "car", "person").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202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1B8D2-6CB3-8CF0-71AB-16428D289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Methodology for Object detection </a:t>
            </a: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0B38F-97ED-41BB-7D12-B307628700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Draw Boxes and Labels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Draws a blue rectangle around the object.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a label with the object name and confidence score.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Return the Annotated Frame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frame with all boxes and labels drawn.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Ready to display or save as part of your video output.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808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C981-4EBC-0473-2DA6-2CECDBA43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Methodolody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5DFB1-27C2-0B24-B2C2-CCD7870F9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509934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Import Functions 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Loads your custom lane and object detection functions.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OpenCV for video capture and display.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Start Webcam 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Opens the default webcam (camera index 0).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if the camera is working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4309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B9E75-EA2B-1999-096B-4E15CF926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EE21A-33A0-4E8A-3506-4DD767F4B9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Set Up Video Writer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Prepares to save the processed video to a file.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 resolution and frame rate.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Main Loop: Frame-by-Frame Processing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each frame from the webcam.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capture fails, the loop exits.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9042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A6C16-9D32-CBCD-EC72-44309844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F1A330-A15B-C535-FBFA-7DA65C9DC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Run Lane and Object Detection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detects lane lines.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 detects objects like cars and adds bounding boxes.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Save and Display Output :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the processed frame to a video file.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result in a live window.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658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8D7B-6EB0-0DCB-3683-1342D3175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998D3C-E4DA-B542-81E1-3549200E7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888"/>
            <a:ext cx="10515600" cy="4960186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successfully combines lane detection and object detection using deep learning and dashcam video.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shows how AI can help vehicles understand the road and make safer decisions.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works in real time, detects vehicles, estimates distance, and highlights lane boundaries.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476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483</TotalTime>
  <Words>903</Words>
  <Application>Microsoft Office PowerPoint</Application>
  <PresentationFormat>Widescreen</PresentationFormat>
  <Paragraphs>95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Abstract</vt:lpstr>
      <vt:lpstr>Abstract</vt:lpstr>
      <vt:lpstr>Introduction</vt:lpstr>
      <vt:lpstr>Introduction</vt:lpstr>
      <vt:lpstr>Objective</vt:lpstr>
      <vt:lpstr>Objective</vt:lpstr>
      <vt:lpstr>Constraints </vt:lpstr>
      <vt:lpstr>Review of literature</vt:lpstr>
      <vt:lpstr>Review of literature</vt:lpstr>
      <vt:lpstr>Methodology for Lane detection </vt:lpstr>
      <vt:lpstr>Methodology for Lane detection </vt:lpstr>
      <vt:lpstr>Methodology for Object detection </vt:lpstr>
      <vt:lpstr>Methodology for Object detection </vt:lpstr>
      <vt:lpstr>Methodology for Object detection </vt:lpstr>
      <vt:lpstr>Methodolody</vt:lpstr>
      <vt:lpstr>Methodology</vt:lpstr>
      <vt:lpstr>Methodology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ABHIJEET ROUTH</dc:creator>
  <cp:lastModifiedBy>ABHIJEET ROUTH</cp:lastModifiedBy>
  <cp:revision>47</cp:revision>
  <dcterms:created xsi:type="dcterms:W3CDTF">2025-01-08T09:14:39Z</dcterms:created>
  <dcterms:modified xsi:type="dcterms:W3CDTF">2025-09-22T05:08:41Z</dcterms:modified>
</cp:coreProperties>
</file>